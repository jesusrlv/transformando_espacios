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3"/>
  </p:normalViewPr>
  <p:slideViewPr>
    <p:cSldViewPr snapToGrid="0">
      <p:cViewPr varScale="1">
        <p:scale>
          <a:sx n="104" d="100"/>
          <a:sy n="104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E864B-0AAD-B4E5-6D28-6C20655C9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79A9A0-BA5E-7941-146C-510B4271F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5648E9-B84A-0E5A-83FB-3E4B3AC7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9762C9-A833-86E6-F88D-1789FBB3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D74DA5-2B9B-F81D-E5F1-57A4FCDD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422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77934-87BB-7181-5F67-F33FB1394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F3D25E-9F3B-F497-AB0C-791B60F09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ECC2FD-F8C4-5855-7B52-75E7FC886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66AE81-E16A-5290-F169-460F9B0EA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EDA01F-3EEC-A4B5-DADF-DBFBA636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653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FD0AF-ED57-534A-D92E-63DF471F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02A5E9-F2C7-DB44-9550-2F689C780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A2C480-2BFA-BEC3-1CEB-F6B41A45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3E0037-36A2-F0BD-C6F8-2A1DE18A6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8D5E36-C929-2383-ACE4-20DCAAD8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368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6AF2B-D4C3-B4F6-8E39-199C92AE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C046CC-590F-A33F-3DDC-195E44E2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B0FBCD-E971-0BC3-6CA7-535FD2288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8A174F-488D-8EFC-3F12-EC4DC99AD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DB0856-2BD8-65EF-EF94-6F982BDB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18046F-7A50-9312-5177-09725057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6592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678A8-97C8-B37B-B454-DC8EE272E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171AB9-77EF-B755-E554-675215377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08BF49-907E-01D1-0A56-3776DAE75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E39A4FB-31AA-AE12-4DC3-05023C99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4B1154-AA01-5CE2-DBF4-849834E90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5CC6E3-22CD-9330-2C40-A03971BA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D658A32-6845-F6D1-048A-FFE0A83F0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88C527D-7576-91D7-82C3-D021DC66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700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E6813-4AE1-EF59-B591-520CEB0E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A9613C-8666-6EC1-C017-F975D834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017EEF-8596-DACE-C78B-9CB2AD4A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0DEB97-DEA8-9042-C11C-52B4C5A7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0351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996119-4918-D678-F9DD-64F8C6D58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5DBA9C-B62E-25F0-780B-C594E06E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62412E-A279-D85C-7B59-B79F559C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910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8A469-AC67-6837-7A18-BF78CCEC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1ADE0F-7A19-036D-3BE4-85D844BAE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542D7F-C6A2-D1EB-0100-6A435B55A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2CCC28-C069-C70D-4B33-39F243C29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B4D25A-212D-DED6-1059-EF971468B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D988F0-CA98-6A92-3BFB-6FC32234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446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B1C52-A404-AC15-F78A-A35F9B4DE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944CC6-6AAA-E510-44AA-84F42EFDB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D26B1C-CA6F-E76D-27FD-3F409DD6B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0CDA53-A490-7352-7B8E-D9D84901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1F37B1-E58D-298B-3AD3-CE51C37D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560497-164C-4009-C379-5D6C8F65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3581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4F1D0-394D-FD8A-8658-66E0EF49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632B8E-8FD4-C80C-FDE8-103C6257A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5DE45B-8EC5-584C-5C80-6CC87FD6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5B4EDD-5AE5-7840-D048-B36735B7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FD7110-545E-8260-6DD5-47913DF2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0795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F787C70-A7E6-86A1-086E-1418803C4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E1AAC5-806A-297E-1B26-CFF60176D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BEE304-1CB1-7A9E-E591-2CC57816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AC527C-130B-8FCA-3A73-8BCAB8A8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50A583-201A-489E-C0AB-2FB7315BB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2958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631E5D-CDE6-D0CF-0979-A024D4D9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E5DA6C-E9A5-98A7-048C-4BA028ED9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E431E5-A7FF-E47D-03D0-74FC66CD0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1C0C1-DEBE-2D43-92C3-FB07829847B8}" type="datetimeFigureOut">
              <a:rPr lang="es-MX" smtClean="0"/>
              <a:t>08/04/26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3845E3-2326-5EF8-EF7A-B889B6ED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5747AB-2672-4212-0E96-2BD9D2C03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24A0C-E06A-EE47-BF74-F078024C8F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939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67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965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30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31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24343-5658-6866-FB15-C2343C5D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657" y="1563731"/>
            <a:ext cx="6785919" cy="808767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rgbClr val="172A44"/>
                </a:solidFill>
                <a:latin typeface="Montserrat" pitchFamily="2" charset="77"/>
              </a:rPr>
              <a:t>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662AEE-7880-697D-56F7-4D394AD4B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657" y="2508420"/>
            <a:ext cx="9652686" cy="3656185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77"/>
              </a:rPr>
              <a:t>INFORMACIÓN</a:t>
            </a:r>
          </a:p>
          <a:p>
            <a:pPr marL="0" indent="0">
              <a:buNone/>
            </a:pP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77"/>
              </a:rPr>
              <a:t>BLA BLA BLA BLA BLA </a:t>
            </a:r>
          </a:p>
          <a:p>
            <a:pPr marL="0" indent="0">
              <a:buNone/>
            </a:pP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77"/>
              </a:rPr>
              <a:t>BLA BLA BLA </a:t>
            </a:r>
          </a:p>
        </p:txBody>
      </p:sp>
    </p:spTree>
    <p:extLst>
      <p:ext uri="{BB962C8B-B14F-4D97-AF65-F5344CB8AC3E}">
        <p14:creationId xmlns:p14="http://schemas.microsoft.com/office/powerpoint/2010/main" val="32430521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Macintosh PowerPoint</Application>
  <PresentationFormat>Panorámica</PresentationFormat>
  <Paragraphs>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Montserrat</vt:lpstr>
      <vt:lpstr>Montserrat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TÍTULO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COMUNICACIÓN E IMAGEN</dc:creator>
  <cp:lastModifiedBy>COMUNICACIÓN E IMAGEN</cp:lastModifiedBy>
  <cp:revision>1</cp:revision>
  <dcterms:created xsi:type="dcterms:W3CDTF">2026-04-08T19:16:54Z</dcterms:created>
  <dcterms:modified xsi:type="dcterms:W3CDTF">2026-04-08T19:21:15Z</dcterms:modified>
</cp:coreProperties>
</file>